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429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D76A09-AD9B-A2AD-5887-A3C4E18E6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2F907F-06F6-075F-C7BC-798107F68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B5405E-9AF3-FBED-F5C6-3764A0C35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08EC2-6499-40D6-B0C1-952850FFD66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776F52-3FD4-70C6-3EDE-4F9A6A8F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8C50AA-84E9-8D7C-51D5-710FD01ED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A33C-C4E9-49AC-827B-2E7AD1888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80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ADCFAC-FEE5-38B9-DCDC-49AE90950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A3B9DF-12B0-1CA6-34AD-24E827E7D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645650-67A1-A210-08B9-E8637ECEA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08EC2-6499-40D6-B0C1-952850FFD66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C94BE9-A264-88BA-61B6-18C5AD8CA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50A940-BC3B-2324-C913-2C84264A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A33C-C4E9-49AC-827B-2E7AD1888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986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0DF217-3F42-9982-75C5-7BD204AEC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F70B1F-DE00-F08D-E428-8BF6C1C8C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0F7BE4-7464-3D1B-C4B6-30F3DD8A7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08EC2-6499-40D6-B0C1-952850FFD66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1A138D-B266-9F28-9119-D85F23EC8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119920-B2CA-577E-A162-4AC76BE89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A33C-C4E9-49AC-827B-2E7AD1888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723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C0B526-587F-4294-F2C7-8C41C7F39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B57B5B-E0CF-580D-9B62-DC0387507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F42010-908D-97DF-9A4D-BAB4D6294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35DB7B-6672-87FF-025B-85FA47071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08EC2-6499-40D6-B0C1-952850FFD66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F9EBFF-6194-0FBB-16C8-4A9CF3D0E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1C141C-8A38-FA1B-CAF7-2A98A7708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A33C-C4E9-49AC-827B-2E7AD1888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267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1E5A8F-147E-1A16-2F1A-1C55C9AC3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4AD7C2-2876-7530-E8EE-1B43BFF11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AAD53A-A16C-F773-C289-92B5F2869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0DB3A9-D999-8864-530E-43EDFE0144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8F9B594-80E1-EFA9-AD1E-9957E953FE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1BE836C-FB38-6A0A-9CF1-CB095EA53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08EC2-6499-40D6-B0C1-952850FFD66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38B44B0-9112-7E19-EDA7-68A241D00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933E76-FEB5-1FA4-343B-77C8760BE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A33C-C4E9-49AC-827B-2E7AD1888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750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F41CB9-C218-CBD8-3F39-7CEC6D62C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C1ADAA-6422-B6A9-F7D1-61E4A5F11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08EC2-6499-40D6-B0C1-952850FFD66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AFFB261-7687-CD29-8CF5-C5BC57FF6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D32544-0B40-4523-86E4-DD66C0F2D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A33C-C4E9-49AC-827B-2E7AD1888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728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A80EBB-6D3A-33E7-CB75-C2415D893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08EC2-6499-40D6-B0C1-952850FFD66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E624D92-4968-D8F6-54FF-2D3428954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BDB435-243B-FB42-F5BA-ADA54A754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A33C-C4E9-49AC-827B-2E7AD1888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86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57092-2471-AD72-B6E7-E11933321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E9C155-0728-FA52-4CEA-23DC9E10F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5507A1-9F4B-485B-4D69-0523CEFDE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3995C1-EC86-DFA5-9F16-43BEEE970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08EC2-6499-40D6-B0C1-952850FFD66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0BD158-36AF-D337-9B0D-78BC3F81C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02331B-7E69-4835-676F-255073FA5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A33C-C4E9-49AC-827B-2E7AD1888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01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70254-5DB1-1FAA-F682-C782D6DE7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C1510E7-696F-4702-CF18-86E4ADA08B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9089F2-456B-9302-7206-52CEF7091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E7B3F6-710C-7BE1-693A-8B6ABAF74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08EC2-6499-40D6-B0C1-952850FFD66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AD5FB1-F3E5-83D1-1E93-600E4524C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1CB277-DE72-4221-14EA-92AF0183F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A33C-C4E9-49AC-827B-2E7AD1888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472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7F1F0C-E583-248C-89B6-B84D156D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AA19EF-D6B4-2823-81F7-23C67F130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6AE253-2B6D-20CC-F0D4-8363E1F2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08EC2-6499-40D6-B0C1-952850FFD66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3A8F66-9BE5-4461-95E3-451A1B8B6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34F2F4-3882-21F5-DBB5-43056CDFE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A33C-C4E9-49AC-827B-2E7AD1888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52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F3B157C-2B4D-755E-F695-80B84262C6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E01C1A-8635-8302-9BC4-C2BD1D0E5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833C4A-D15B-EA4A-D6C6-81C0A924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08EC2-6499-40D6-B0C1-952850FFD66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F7119C-BEFB-B6D9-0B62-D36AA13B7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F3EC65-28AE-25B5-936A-062A2949F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9A33C-C4E9-49AC-827B-2E7AD1888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8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C798678-D788-2AAA-E447-8B3931807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9C62A7-306A-2D37-3CFC-26F39AF0A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AD61E8-A2C6-E2E4-4D02-DAF708F82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08EC2-6499-40D6-B0C1-952850FFD665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DBCC30-5CA8-23C0-D216-2F7A5F820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6984F0-2D80-051B-8CB3-2DE969B3C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E9A33C-C4E9-49AC-827B-2E7AD18888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79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0AB5F46-3418-C80F-2ABC-118455FDA605}"/>
              </a:ext>
            </a:extLst>
          </p:cNvPr>
          <p:cNvSpPr/>
          <p:nvPr/>
        </p:nvSpPr>
        <p:spPr>
          <a:xfrm>
            <a:off x="381000" y="508000"/>
            <a:ext cx="2540000" cy="127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0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筠哲 赵</dc:creator>
  <cp:lastModifiedBy>筠哲 赵</cp:lastModifiedBy>
  <cp:revision>2</cp:revision>
  <dcterms:created xsi:type="dcterms:W3CDTF">2026-09-20T06:49:25Z</dcterms:created>
  <dcterms:modified xsi:type="dcterms:W3CDTF">2026-09-20T06:49:36Z</dcterms:modified>
</cp:coreProperties>
</file>