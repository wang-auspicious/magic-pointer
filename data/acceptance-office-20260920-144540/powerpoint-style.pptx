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429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A4A43E-B6FC-7A99-D8F3-2AC1D2B947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0F5EC70-6F14-1ACD-4224-53DC9AFF0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F37FF0-BD16-5882-70D4-AC15C7D4F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BDF0-6053-4A7F-B0CB-AB60356D3222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B0E4C0-0B97-7C31-57B4-2A24649BA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07874F-B022-528D-3F3B-469C2A87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ED0C-B9FF-4C9D-B8A0-A89942F0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11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D89317-EFB6-280A-1266-AF9F46F46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8829E1-C505-7315-B453-DC87780CE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334336-9071-1847-E1D2-5105B30A2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BDF0-6053-4A7F-B0CB-AB60356D3222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2E0147-23D8-769C-42D0-64425594C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0A08A1-2DB0-2F03-AAA2-4609FA854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ED0C-B9FF-4C9D-B8A0-A89942F0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543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B8126A-D636-635A-5E3C-E2F164C57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BA5E5B-28BE-9D07-BEEC-7E25BEBC1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E2190F-D795-FAA3-887F-2FCE51D6D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BDF0-6053-4A7F-B0CB-AB60356D3222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EEE11E-00C5-307F-228B-C649B1BA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0675F5-8B33-C563-7A94-32803E837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ED0C-B9FF-4C9D-B8A0-A89942F0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337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5F6DD0-E3AA-B367-91E2-81AAAEEEC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90AC95-1C10-7332-4F1D-958B316B50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2DC71C-E4B8-4B44-B878-6210F0648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747D7E-FEBC-22EF-B066-081CF5819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BDF0-6053-4A7F-B0CB-AB60356D3222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C7EAA8-589F-16E2-2565-CE68AEFFE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4401C4-8511-2B3C-B28E-A9010999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ED0C-B9FF-4C9D-B8A0-A89942F0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179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6BAF42-DD8C-A626-E324-1ED30B919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11A62D-C3B1-ADB2-1FCD-DFB50A785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D7F28F-95BE-BB28-403B-469DE1CA6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F8D3C1E-00E2-FAB4-CEB1-58D2EFAC3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9B80C6-1025-CEBB-F726-9695D0D62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B871FB6-AA35-7018-BA81-51949FBED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BDF0-6053-4A7F-B0CB-AB60356D3222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225047A-950F-DD85-7871-ED83A0E0C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484E63F-4189-CC3C-2030-4C895089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ED0C-B9FF-4C9D-B8A0-A89942F0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16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2CFD5-2B70-BC3E-2126-0F9C85DC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D4CB693-26C3-5B7F-BA29-D47101A78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BDF0-6053-4A7F-B0CB-AB60356D3222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B64057-B0F8-B113-C289-41E9605FC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D778FA-4A26-C040-059E-238F37335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ED0C-B9FF-4C9D-B8A0-A89942F0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062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1E3C211-93C8-F1F5-2239-9AD0EEC3D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BDF0-6053-4A7F-B0CB-AB60356D3222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55578E-EFBE-7B06-AEF6-97AA40BE9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AF0573-F5A8-F131-C9A6-55B98D027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ED0C-B9FF-4C9D-B8A0-A89942F0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208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9D62EB-A6D8-FC64-47EF-BC4C3A5DF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2A5623-72CC-FF28-A336-6006EA432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9BB067-3E2F-E815-C43C-9F320F4A1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E2FF5C-B019-1922-303E-1DDE45439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BDF0-6053-4A7F-B0CB-AB60356D3222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05FC99-B3C3-8D8E-FDCD-4D218895F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3EC7B7-7B53-5715-946A-2F62C4F6C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ED0C-B9FF-4C9D-B8A0-A89942F0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080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0AA6BA-207D-DB53-F35B-1438B49BF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836D088-92EE-99CE-19C6-58A21D96EC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DE1747-52CB-D218-1706-01F5643BA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825538-3D62-994D-A7B5-F2DFCBACC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BDF0-6053-4A7F-B0CB-AB60356D3222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7036AF-90C8-9286-58E2-38D547BA8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5691D3-1BA9-734A-0AF3-D2F76AF56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ED0C-B9FF-4C9D-B8A0-A89942F0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118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D299EB-A48E-C053-290B-CE9F942B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D21947-3694-A2DD-3B5E-046790ED3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D0B790-6B5D-A7D2-C113-120BAF2F5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BDF0-6053-4A7F-B0CB-AB60356D3222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2A9265-A03D-A29E-F7AA-ACC88F82C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438FCD-C19F-F062-7577-DDA21B725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ED0C-B9FF-4C9D-B8A0-A89942F0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22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D78738D-8BAA-6904-F207-AECB108258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96BF99-E7F2-7287-3E08-A9A04166A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48AF61-98A1-1D8C-5F28-1C09DF035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BDF0-6053-4A7F-B0CB-AB60356D3222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9EF0CA-3B6F-1053-93FA-7AF45B0B2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23CFD6-2E63-6AE6-A046-C7310DDFF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ED0C-B9FF-4C9D-B8A0-A89942F0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426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A1BB3A5-ED81-CEB1-4E8D-96537DFEC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469249-1CC1-2C89-9594-D8B8A9421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2EE027-09C1-FC84-E7FD-DA761F08DA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19BDF0-6053-4A7F-B0CB-AB60356D3222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70CE93-6B94-8418-D6DA-F7E42AACD5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A510A9-38F8-54C6-A97B-0ACE1C60A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3ED0C-B9FF-4C9D-B8A0-A89942F0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405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E3DACBA-181D-C4A0-7195-2E23908FC229}"/>
              </a:ext>
            </a:extLst>
          </p:cNvPr>
          <p:cNvSpPr/>
          <p:nvPr/>
        </p:nvSpPr>
        <p:spPr>
          <a:xfrm>
            <a:off x="381000" y="508000"/>
            <a:ext cx="2540000" cy="127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269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筠哲 赵</dc:creator>
  <cp:lastModifiedBy>筠哲 赵</cp:lastModifiedBy>
  <cp:revision>1</cp:revision>
  <dcterms:created xsi:type="dcterms:W3CDTF">2026-09-20T06:45:51Z</dcterms:created>
  <dcterms:modified xsi:type="dcterms:W3CDTF">2026-09-20T06:45:51Z</dcterms:modified>
</cp:coreProperties>
</file>