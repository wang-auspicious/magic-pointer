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42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970E2-146C-215F-F991-0FC0121C8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492975-92B1-B1B5-B261-4D5DB9305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874A4-3D5E-9E37-4271-A0BABF24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C378F5-C653-5B67-3E92-B09BBC11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EAC39-5978-BA39-0086-82AFD7D8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22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D31375-393C-8641-8B9D-CAB04A84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C3DA8-8EEE-0DB5-69C9-F2C7BC229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C6F74-4A64-37EE-2496-902231CB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CA34B7-BB88-B04C-E898-E60FE22D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7A731B-1570-536E-B90C-C0F23493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625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B3057-4284-D58B-71B6-A4130AD1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1B28FE-D244-BCCD-B988-4A5DF90CA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73110C-F7BF-5AC7-94CC-B0C8E5A5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A2EF5F-70C3-9DEC-0C7A-570E3770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5883C-74DF-DD06-BB52-219348D7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7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F0A22E-C67B-FA62-0C48-F2666EFB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4967E-119F-5AF6-E65F-599DCD303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BAEE26-9142-6934-2849-6EAD8DBD3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D7C876-63BE-CC36-4E6D-BD7F9282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BE32FF-7434-AD59-65E3-7B89F79E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F872BD-161D-6DDA-4404-A7A04F18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9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FCD9E-E90B-3EB5-83C1-1383B030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D7DA6E-DCBE-526E-A4F1-1923A84AE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49B398-FDEB-413F-4170-68C5B90F9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42C995-45A1-F23C-DE26-233F9301E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947F09-B0CF-A651-3362-D4E14CC3B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3903E9-F3C1-99A3-A7CB-31DDD96E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030B91-F51B-9B68-E284-756032CDF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D6BB68-A365-EE4D-24C8-9115BB1A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85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462FCE-9BF2-FAA0-5A79-6D47F97F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BDEDE0-B5E0-2773-167A-BA204BBE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B7F29E-0A12-E0D4-E3C5-02CC2F79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324F21-6920-413D-CD90-726E3D46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27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51CB89-C091-B32F-86EE-BB107031B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16EA46-1F64-10F9-7139-CF5B0CBE3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98DBE0-B9B7-B08F-61A4-0CA377A8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543AE-5330-789E-969A-576AF931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09192-B88F-D00B-89CA-4EE57806A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5E6E46-8DE6-C767-544B-E669361C5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B44D3E-0487-3020-55B1-0875012C5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50557-C780-CD08-0297-DCFDBDFE1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ED97E4-9989-0EB8-9452-A5E78F0B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6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A24CE-1FD5-6BCC-4920-A3E8BEE9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5035E6-EAC2-190B-27CF-B4D7A7C4E3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F7A3C-77C3-6607-012A-EC3DDE4C9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8601E7-F0A4-3980-1E27-28EB3D05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03BFBB-0B56-CAC6-907B-070DEC5E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928610-CDFF-F0C4-06FD-FFA5CB6C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81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19E3E-DF7B-B2D0-B884-FE8A71335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368300-C4BD-8373-C417-7F6CEE052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F06167-E489-43DA-9B8B-C04E7571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092149-4F77-4F5C-49DA-4680B1D6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B4075-12EE-7AB6-4F2D-FF9B612A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77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C066A3C-5A39-CE5B-EA55-3F4D74862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B6A89D-2B59-A29E-AEAC-B277EC7B2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3BF39-3083-D5EF-BC7C-DF6F07A7D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5FD249-DF20-D443-6FE4-52B29367F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242C9C-97DB-A576-E940-D03C1CE3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1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079596-4988-1E1A-0FDA-FDCF5A60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01C7CD-F77F-F162-A6C8-ED7085B64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F9CFF0-6A51-346E-9433-6AAD955EA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CEC67-0290-4E21-8114-8F23356812AE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0ACD89-ED80-A40F-C1EE-BFDC9DDCC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21C3CF-19BE-1B0C-A697-169821E60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59FCCE-774A-4709-9F72-50F21EAB9C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6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12C094-D217-9376-AF5C-CF23C96B5307}"/>
              </a:ext>
            </a:extLst>
          </p:cNvPr>
          <p:cNvSpPr/>
          <p:nvPr/>
        </p:nvSpPr>
        <p:spPr>
          <a:xfrm>
            <a:off x="381000" y="508000"/>
            <a:ext cx="2540000" cy="1270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445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筠哲 赵</dc:creator>
  <cp:lastModifiedBy>筠哲 赵</cp:lastModifiedBy>
  <cp:revision>1</cp:revision>
  <dcterms:created xsi:type="dcterms:W3CDTF">2026-09-20T06:47:11Z</dcterms:created>
  <dcterms:modified xsi:type="dcterms:W3CDTF">2026-09-20T06:47:11Z</dcterms:modified>
</cp:coreProperties>
</file>