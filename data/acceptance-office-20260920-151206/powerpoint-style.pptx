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2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FBE73-352B-6CCE-87E8-2F5CA900A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2EE156-7E07-E0A7-7E2C-CCF2C5025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4C791-6248-B6C7-FEC8-833AF8B6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9C63E-C4A1-C3E3-9506-E6A106EB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AA8034-5437-8854-84D9-053991F4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069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5C1AA-1932-F135-4F07-9302EBB2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AF9BE-163D-2E32-9371-88A8A4ED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C6F50-E2E2-C4FD-E785-1060A9BE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6B60D-38A0-400E-5C03-6915912C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F19304-8D16-145C-C4B2-B3CC921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37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3E206-FA66-C3B3-11CA-A042A5858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CE2CED-DF0D-396B-2EDC-C4959B3D3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5B14C-235E-E4F9-5A09-60878DC3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E530BB-0074-9AB4-4FCD-7FD67605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AFA016-6582-FC1A-5350-C4611672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05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DCCA8-4C64-9914-52AC-F5AC8BA0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A648C-0727-72A9-C878-9162A7F73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CE078C-C89B-80AD-80A1-C7EF5F23D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2C837-DBA7-849B-D4D2-5D69C663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8DC219-9D84-D451-12FD-9A28573C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EE1C5C-8EB3-0758-8056-D298C769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7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D05E6-AED9-EF54-181C-5CF01745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551683-DF72-E417-29ED-1C498FA2F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F2F34B-7A61-C65C-88A0-75833F1D0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29E79F-263E-05DB-8DAA-18DE41B98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096F06-4890-440B-2DF0-F10E18B3A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926024-7D0A-F7AE-BB6E-0F615A483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5F76F3-2295-28BE-6DF4-59751264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5B92D0-DE46-A850-1B2B-0A3A3F04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5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3D0D4-0FBF-DCB7-9432-90EBDE68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B780E1-9BA1-3096-012A-EA56E38A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934782-2BEC-3D32-289E-08B5CAF3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C35EC9-FAE3-D959-6BBD-0B8DA7AE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18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63E857-9371-438C-F53B-3D429670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A654E4-B521-1B4E-FC98-24266314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B62A9-076F-741B-BC19-952D2A0A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46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3F2C4-2AFF-6F58-EDFD-B56C6CEF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50D617-5354-38FD-D119-E5BE6757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F1B7BE-1897-1361-05EE-3FB05CFAD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5B73DD-1982-181D-C2E6-55AD2950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D4DAA1-3FDB-A58C-EA15-AE351B68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6A4BB2-273B-2E81-24FF-D30C50E5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65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213F7-47A4-ADA4-6CED-C27B69BD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42045B-9E3A-FB1D-AD9C-44BE9CFA4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BB2A02-EC5D-B348-BE05-F85DEC0DF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1972EE-6F16-BD51-373C-F3B373C3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A04CC1-FA57-2E4C-8912-218F7481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298BE9-75F7-8249-9502-D35A6697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32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D8C30-0D6B-3534-459D-F3560270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C46E27-42E5-9E2F-AE65-DAE8E4E78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F3BCD-6818-D77D-5E71-64111E99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96E60-33F0-F81C-EA79-7FB3E04D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3435F3-4CD5-EFFB-0A0E-42851316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32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67185E-6A22-7478-AE04-29E3B7C04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E27255-A74C-80C6-BE3F-D3BD2CAEC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CBB5D-D42F-F722-9849-D408C26C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F1D8FE-EFF6-0160-3A18-BEB6F59E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494B6E-49CE-F53F-8280-13C613A4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68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12D9DD-8163-E41A-CA50-A878CC35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9B2062-4CEF-CC95-8813-89C1DDEAA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C4E2AC-D584-285D-8523-A667F37AC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67335-6951-4332-9043-9A7F5A5FA71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3E7710-362C-954E-40CD-64AA741AD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FC8FE5-2278-D473-00E0-5798EFD96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AD691-A940-4B17-A4D3-289100CEB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2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D42D68-C6B2-B23E-FE7A-8D9E5A1EB39C}"/>
              </a:ext>
            </a:extLst>
          </p:cNvPr>
          <p:cNvSpPr/>
          <p:nvPr/>
        </p:nvSpPr>
        <p:spPr>
          <a:xfrm>
            <a:off x="381000" y="508000"/>
            <a:ext cx="2540000" cy="127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768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筠哲 赵</dc:creator>
  <cp:lastModifiedBy>筠哲 赵</cp:lastModifiedBy>
  <cp:revision>2</cp:revision>
  <dcterms:created xsi:type="dcterms:W3CDTF">2026-09-20T07:12:26Z</dcterms:created>
  <dcterms:modified xsi:type="dcterms:W3CDTF">2026-09-20T07:12:38Z</dcterms:modified>
</cp:coreProperties>
</file>